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02645-2286-4181-B0D6-33351B9B1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763ECB-0312-456C-8A95-C43D68D05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D68A89-F9E8-46BF-977B-474DE5C82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2E4CA-5975-4EAF-8B9F-CF875B41A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86034-E8AD-40BB-946B-3B51101D5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1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08EC3-66ED-4907-90D4-437187A3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7923D-A1EA-43AE-8259-DD0779DA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217308-DAF5-4D7A-BA39-631988DD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416BEF-5884-45EF-9BEC-4ECC489C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2F15C4-27DC-4B45-98FC-494C4646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5723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E9175-328A-4284-8F78-45ADB91D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E3463-5ABB-4BE3-9DD4-3F6C22BE5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183EC7-8A24-490E-969C-05277385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34B126-3F39-4EDC-9644-6079AD36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FCDBF7-2893-480C-82ED-60BF85D08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49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EB901-595C-41B4-B57F-30BF17DC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949A9D-0C4F-445D-8B05-65E9FFBE9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415F434-5465-4175-8DC5-26B714B00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EBC609-8E92-4A8C-A8CD-755BF187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CAE545-A7BC-4C40-BD1D-2FBEB2966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216468-59E9-4FB7-A140-D77E69C0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85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BE6B34-C27C-4405-88D8-DECE2994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1419E1-2864-44E2-B973-AFEC925D7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F9871E-99F5-4CEE-960E-B2CCFF922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86D796-8AB8-4C37-99FC-2051667BF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0DBBD5D-C2FB-486C-8144-5567429AFD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13FC87-9A2E-48B9-9B05-D8DEE86F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DF1C01F-EF7E-4538-A0B1-7189DE878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306459-6A0F-4957-955A-8F30AAEA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9800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C0406-BC7A-4348-B160-601C52091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828A60-EC58-4CA9-A527-3593F2276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CD7689-9AB1-4EFD-9E34-B25F7562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DCF952-D250-4B76-90AB-09D24DE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9177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11429F-6A7E-4DC0-9B2F-E0583BA9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E59168-7B10-4AD2-8015-6A3FBD984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990987-DBEF-4F09-8DD8-B68E1EED1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4926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3C576-46E8-480E-A832-C4F80B21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E93B7-E080-49C2-A9DE-A9E4C79AE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04CE3C-858B-4673-886B-5A5B54D63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1F7EAE-AB44-46EB-82E6-7F7E4A76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BE3AD0-0C76-48C9-81F3-967B844F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DE7D00-0272-4284-8077-C895EEB5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974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69CA6-4CDC-4E73-8ED3-B96CC5F8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52837A0-891D-4029-ADDC-EF4382D70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29DE0A-8490-4F77-B4DB-1AD31F640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28ED00-0894-4D59-9298-E7FBB7FF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A55EAA-E545-4994-8A9C-9423E2B3B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10324B-A5B2-408C-99B3-5BDBAB33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0665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48C6E-9120-443F-8709-DC3789A7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92C70BF-3CAD-4227-8E65-DFF92CE3F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077886-4538-4278-A0B4-028F24DB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B67547-5AEB-4B85-811C-4BEDDBBA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8DFBA3-5BAA-467F-A33C-238AB3EB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7474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B20143-B02F-4821-BB62-B42E27863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B73C8D-819D-45B9-87B8-508FDD116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D9554-A967-4C8B-B99F-D299A73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B6CAD2-7E94-44FC-9896-7F09CA6D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6DFA08-74B9-42A3-8E18-F97BBD1C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723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34FF35-1727-4FDD-A6F6-B5D94397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B8E89E-E43A-4C17-BB5C-31D6B44A3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1922F0-D62F-4CD0-A7E4-873291A3C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51E75-2E15-4849-910A-550DCE2C4C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246954-60BC-4660-AB42-9EB817581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6011EB-C1F2-4EFB-9EB5-3F88BC6823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14134-D015-459B-B026-D8C87C390BC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115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912B045-71E5-452B-A50F-041A4DCC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573" y="423443"/>
            <a:ext cx="7906853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39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8C5ECE-B8AE-4B02-B96A-C04A1725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520" y="399627"/>
            <a:ext cx="8306959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80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B6C179-78D0-4954-9B75-167270B32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63" y="247206"/>
            <a:ext cx="7697274" cy="6363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83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8E57EBB-98A6-4090-AE11-FC3657008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600" y="237679"/>
            <a:ext cx="7344800" cy="638264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C38F00-87C9-4E3F-9285-88EF9D065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810" y="947391"/>
            <a:ext cx="7192379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26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D2507FA-EA22-474D-A527-B7692B880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31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26AF47-5815-406A-B2B1-0E0D7CE91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468" y="2228682"/>
            <a:ext cx="7621064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68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908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749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697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0</Words>
  <Application>Microsoft Office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Noe Ali Ramos Saldivar</dc:creator>
  <cp:lastModifiedBy>Noe Ali Ramos Saldivar</cp:lastModifiedBy>
  <cp:revision>4</cp:revision>
  <dcterms:created xsi:type="dcterms:W3CDTF">2026-09-23T14:18:51Z</dcterms:created>
  <dcterms:modified xsi:type="dcterms:W3CDTF">2026-09-23T16:07:11Z</dcterms:modified>
</cp:coreProperties>
</file>