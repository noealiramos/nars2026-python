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256" r:id="rId3"/>
    <p:sldId id="258" r:id="rId4"/>
    <p:sldId id="257" r:id="rId5"/>
    <p:sldId id="259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0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61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3" autoAdjust="0"/>
    <p:restoredTop sz="94660"/>
  </p:normalViewPr>
  <p:slideViewPr>
    <p:cSldViewPr snapToGrid="0">
      <p:cViewPr varScale="1">
        <p:scale>
          <a:sx n="84" d="100"/>
          <a:sy n="84" d="100"/>
        </p:scale>
        <p:origin x="5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BAF90A-8C8D-7F37-DB32-3FAE70FE6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3A82C26-2A56-CA6E-FD17-51F7A02A1E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94EFDF-9D95-9F0D-FDC1-EFC6AEA55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1DE00-6E2C-4F20-8332-5262E22A7A76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02E545-3055-F22A-0251-C5C10BE87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DC3626-84DE-C106-3500-498211720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A84B-ADF5-4CCE-95C8-8CA2F20930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33490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871C25-6202-5C6A-9E9C-7A96347EA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0C261C-439E-7B84-348D-9566FD326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E0905A-888E-704D-19B8-1C04B894A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1DE00-6E2C-4F20-8332-5262E22A7A76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7B9D6C-9927-0A3C-DC88-397D1B89E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1E67C8-81C9-D91E-3DA6-4AA4B2DD6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A84B-ADF5-4CCE-95C8-8CA2F20930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14911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FD8C02-2BAA-9828-A092-6F7686B0B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63DC60-0207-B771-0A73-1E85A7FDE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14A01C-4454-0C4D-D654-8DB1A3A73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1DE00-6E2C-4F20-8332-5262E22A7A76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5C0F94-85E4-5A39-E7B7-2AB4DDA87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6E59BC-B203-F35B-59C6-43508B60A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A84B-ADF5-4CCE-95C8-8CA2F20930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28755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7B127D-0B12-E80C-62FA-CFBAB5A66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019E2E-B9A2-CD12-655B-636501B0A6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EFC5158-3DD0-A6BF-2F6C-FE60548A3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B417A6-98E8-C0F9-4BB4-50E77BF5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1DE00-6E2C-4F20-8332-5262E22A7A76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7FA735-8B78-C3D1-C357-012F4608A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1FE5AAA-AC8B-7370-26EF-DEE8279EE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A84B-ADF5-4CCE-95C8-8CA2F20930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4919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3D31F1-3E19-56A8-17C6-856A6B6D6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65C0BAA-7328-FFF7-5C5A-1C2603D72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02B243-04CC-D053-9788-9FF23A942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8EFA643-DCE2-3421-71ED-4CCFD8A33C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EDA8EC6-5590-5641-35D7-2788E3CB8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8F3C10B-C4D0-D960-360F-900258C90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1DE00-6E2C-4F20-8332-5262E22A7A76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85BF09B-273C-0F4B-D7A7-DD0F04FD5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F770862-9D84-8C99-D7CE-16E22D98D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A84B-ADF5-4CCE-95C8-8CA2F20930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95917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2A8416-B8A8-2AFC-579D-9A6BD2337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2AD8991-D0E5-1BA7-3AC0-C4A62ADE2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1DE00-6E2C-4F20-8332-5262E22A7A76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5F216F0-609C-7E99-1113-09E9CF1D8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078625-2907-2927-6950-0E204B562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A84B-ADF5-4CCE-95C8-8CA2F20930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99318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772D6A0-7902-8C61-D39D-834F8FC13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1DE00-6E2C-4F20-8332-5262E22A7A76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26560AA-07B3-FF61-E064-87D8F8680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53B25B-D53D-B1F1-B834-2C2F8F53E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A84B-ADF5-4CCE-95C8-8CA2F20930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2291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071E6B-02C3-8AD6-CEBD-CB2914FD9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C74683-D62E-1CC8-4CD1-7F0F9357C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BFF7DF5-25C0-F426-84EC-B31199BEE0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D16DBF7-558C-622A-06DF-19075B741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1DE00-6E2C-4F20-8332-5262E22A7A76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0EE01E5-6B22-FD45-8086-0DE96C9D8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10AA27-BDBF-04A8-0D0E-98C6F7F55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A84B-ADF5-4CCE-95C8-8CA2F20930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09592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A660ED-343F-1318-7060-6E7FF07D6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4B08393-EC45-0B30-789C-E9ED6EB3DA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DBBC911-0C42-EE76-2494-9ECF7C821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B00E059-20C0-057E-2D01-E939705DB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1DE00-6E2C-4F20-8332-5262E22A7A76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606E0A-A32B-50F4-7D22-6CAE37722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78222C-7DE7-80E2-F4E1-33654E9F6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A84B-ADF5-4CCE-95C8-8CA2F20930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875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2C4728-1069-CD9B-0A1C-B567298B7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CC3B4A0-5420-42D6-B822-436FBD86B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E95174-4C01-A6D1-39F4-B090FE1FF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1DE00-6E2C-4F20-8332-5262E22A7A76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DA92A9-E5E2-EBAC-6DFF-A1912B105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379964-5D6A-C00F-2A51-CC017DB16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A84B-ADF5-4CCE-95C8-8CA2F20930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840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7CFE51-781D-7FBC-4E84-4B729D43B3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32EA94E-A467-640A-6DF4-60D0D48893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5F8015-197E-7407-D15C-94374A6D0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1DE00-6E2C-4F20-8332-5262E22A7A76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A0995C-E5AB-5B7F-5DA0-F9594B8A7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0DA578-2CB8-5EE9-0202-9EFAD99DA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9A84B-ADF5-4CCE-95C8-8CA2F20930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06561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4BC46A0-7371-9F88-8246-4F6060CC8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EE054E-1122-27C5-5BDF-546B9DA9C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F4C32A-BDEA-F91F-0683-FBC44F6683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01DE00-6E2C-4F20-8332-5262E22A7A76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3E7C19-7676-72C6-BE1B-3FC97C236B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34E479-D48A-B2BE-8383-CCAED1C115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9A84B-ADF5-4CCE-95C8-8CA2F20930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573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171043-5AE5-4EF0-97EA-2C17BA8F8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err="1"/>
              <a:t>Fta</a:t>
            </a:r>
            <a:r>
              <a:rPr lang="es-MX" dirty="0"/>
              <a:t>:</a:t>
            </a:r>
          </a:p>
          <a:p>
            <a:pPr lvl="1"/>
            <a:r>
              <a:rPr lang="es-MX" dirty="0"/>
              <a:t>Video solución de los </a:t>
            </a:r>
            <a:r>
              <a:rPr lang="es-MX" dirty="0" err="1"/>
              <a:t>drills</a:t>
            </a:r>
            <a:r>
              <a:rPr lang="es-MX" dirty="0"/>
              <a:t> 10</a:t>
            </a:r>
          </a:p>
          <a:p>
            <a:pPr lvl="1"/>
            <a:r>
              <a:rPr lang="es-MX" dirty="0"/>
              <a:t>Video de sesión de practica: tipos de datos</a:t>
            </a:r>
          </a:p>
          <a:p>
            <a:pPr lvl="1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84312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3E962DD-1B07-5475-2761-196983C97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295" y="0"/>
            <a:ext cx="79694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685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77A611FF-A769-F489-24B2-1B07CF253D93}"/>
              </a:ext>
            </a:extLst>
          </p:cNvPr>
          <p:cNvGrpSpPr/>
          <p:nvPr/>
        </p:nvGrpSpPr>
        <p:grpSpPr>
          <a:xfrm>
            <a:off x="2320897" y="0"/>
            <a:ext cx="7678222" cy="7823313"/>
            <a:chOff x="2320897" y="0"/>
            <a:chExt cx="7678222" cy="7823313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D9A16C8D-9131-8DFB-A128-8A5850412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07163" y="0"/>
              <a:ext cx="7377674" cy="6858000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503D3BCC-A49A-D3AF-CC5C-97C29DE93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20897" y="4374782"/>
              <a:ext cx="7678222" cy="34485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99511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F3A240A-3760-7761-7BA4-F260675F3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284" y="13811"/>
            <a:ext cx="7935432" cy="683037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C59C7A9-8338-5B31-9B1B-0997086FB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284" y="13811"/>
            <a:ext cx="7935432" cy="683037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A240768-2563-115F-C570-14D0246DB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284" y="13811"/>
            <a:ext cx="7935432" cy="683037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800696A-B032-98A6-3212-8BCC8E719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284" y="13811"/>
            <a:ext cx="7935432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296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746D497-F368-89EC-B44E-2CB1C97D7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720" y="0"/>
            <a:ext cx="8168560" cy="685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98B429C-865C-2BDD-A704-486A75F0E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585" y="5611240"/>
            <a:ext cx="7668695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455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58ADF7B-EE4F-CBE1-1C14-E8559DD5C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099" y="151942"/>
            <a:ext cx="7887801" cy="655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62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BF5216F-65D2-402E-8A2E-6F8330DFF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310" y="837838"/>
            <a:ext cx="7735380" cy="518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53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D49AECA-F6CB-4FBA-B5F8-4E7518231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889" y="952154"/>
            <a:ext cx="7678222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352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4050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05CDFC4-7699-40C8-8518-93A004E5D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07" y="0"/>
            <a:ext cx="11590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365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8103A7D-8C30-4A0F-923C-7C8051F3E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07" y="0"/>
            <a:ext cx="11590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357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D2A8DAC-27AA-45E7-B55B-575C8BEB9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731" y="566338"/>
            <a:ext cx="7792537" cy="57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592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6145648-94D3-43DD-A407-FE1D9E268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021" y="513943"/>
            <a:ext cx="7763958" cy="583011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4C8107A-9678-420B-8BD9-08B5C5516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310" y="3557605"/>
            <a:ext cx="8097380" cy="557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785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572CFF2-F2DA-4680-9885-148ED20E2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07" y="0"/>
            <a:ext cx="11590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041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5BAAFDE-F189-4271-894F-3C79BDB05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07" y="0"/>
            <a:ext cx="11590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305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043F74B-2267-4D35-98F9-A5FDC0429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07" y="0"/>
            <a:ext cx="11590985" cy="685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7A1589C-6335-4757-9F3F-A054265B1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7783" y="7014945"/>
            <a:ext cx="8297433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875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5D42483-CC5E-4B26-9581-EBE09E602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07" y="0"/>
            <a:ext cx="11590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69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DD522D0-CF0B-47EE-B346-154B0262F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07" y="0"/>
            <a:ext cx="11590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48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BE571EF-1166-4E82-8466-51356941B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07" y="0"/>
            <a:ext cx="11590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0658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5D5DE0D-84C6-4DC9-ABB1-76308C3F7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07" y="0"/>
            <a:ext cx="11590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412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E4ACBD2-E441-4B8C-B438-293ED6C26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07" y="0"/>
            <a:ext cx="11590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8598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C60106F-17DF-48FD-BD04-C15F4635A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07" y="0"/>
            <a:ext cx="11590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521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3D7B00C-1735-4EF0-BEEB-EC8492C3D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07" y="0"/>
            <a:ext cx="11590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9676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3717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C2252D3-2F1A-4062-AAF8-6FEFB30A6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07" y="0"/>
            <a:ext cx="11590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3408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40B0CE3-A73C-4EB2-A649-7E8850C1D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07" y="0"/>
            <a:ext cx="11590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2490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7813563-024D-46BC-B347-8E84E48B1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07" y="0"/>
            <a:ext cx="11590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0407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73F01D7-BE08-41E6-8EB6-5D28A9503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07" y="0"/>
            <a:ext cx="11590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8349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18A9FB8-49B6-4FF0-9B93-A35246046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07" y="0"/>
            <a:ext cx="11590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821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3648941-CCFD-4CE7-AD11-575945211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07" y="0"/>
            <a:ext cx="11590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8550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31769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66994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96130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34380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42252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91651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17</Words>
  <Application>Microsoft Office PowerPoint</Application>
  <PresentationFormat>Panorámica</PresentationFormat>
  <Paragraphs>3</Paragraphs>
  <Slides>36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NOE RAMOS</dc:creator>
  <cp:lastModifiedBy>Noe Ali Ramos Saldivar</cp:lastModifiedBy>
  <cp:revision>20</cp:revision>
  <dcterms:created xsi:type="dcterms:W3CDTF">2026-09-09T07:30:34Z</dcterms:created>
  <dcterms:modified xsi:type="dcterms:W3CDTF">2026-09-09T19:00:10Z</dcterms:modified>
</cp:coreProperties>
</file>