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B7F95-6599-4305-86C4-E69B014CF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AD4399-10DB-4F53-8BC8-5B6C6860D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8CC8C4-1C4D-4A8F-969B-0450DA54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30DD41-66AB-4BBE-A58F-6DC70AB1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C0D8B9-4047-47A0-AB85-A3CFF8DB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581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88E18-0C9E-405B-AFEC-72EE6076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16AEFE-D089-4904-9E90-C3590BEA5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216116-6A3B-4D4A-8457-17B3BA2A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ABBE14-5FFD-4729-87DD-CF8FA18D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0586AB-E25D-4B96-9A75-4A047CEB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196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CB35C-E9A6-4840-A3BF-D9A68856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6DDF2E-1A27-49A3-A26E-B092F7D83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BAEB71-A528-470A-BA33-4AA70913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FB74E0-4C4E-41C5-9756-01867E717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63EAA0-657C-48A7-A464-0B8A2550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878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01F0C-2CAD-4D0E-B519-84F1508D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1B01B8-07DD-41C5-929A-6060222D2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F86AE5-3BB4-48EE-B680-840DC3A4F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D5310D-D87A-4EE0-B40A-29893752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E6AD7-BCA2-4489-80B0-473D7AEB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16A54A-1507-49DB-B4DB-857B2F1D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836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F7152-E33A-4F55-A633-FBDB04ED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BDDE8B-699B-4896-9BF7-79E79987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A5A2A7-0138-44A3-BDF3-685BB52BB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A43DF1-7C13-4434-86DF-A16E902F3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16A11B-513A-4FAE-99EC-5EBC9E882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BD5B27B-5602-4BDD-92F2-D9FB53CB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01DDB3-B698-45A6-A34C-7E4748AA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B7760FA-1A70-4C58-8EEC-8942B5C5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5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3A7FC-98AF-495A-A3DD-1833008F6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6B1E9C-58FD-4E34-B588-AF6548D6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7EA42B-FF8D-41E5-9F27-F2B1D063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535852-7645-49B7-B241-04FCFCB6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20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0284C9-EA98-4617-8778-199E5824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054BD3E-0FB9-4B3A-929B-685525BD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665F72-B98C-445A-B0B1-72B52FEC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433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A4EB-EBDE-4A58-A078-753DD77F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49FFE-1460-42AB-A0FA-52C9251B0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EF35BC-C0C6-4F85-98D7-B2C4D49CC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CCA58E-0DB2-4473-9F6E-B67C380D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EC563B-FA72-419E-B858-6B5C3129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EB7A76-8E0D-49D8-8C2A-16C85016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301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5BD5F-1873-4735-997D-A15D0FDD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6D897D-1F15-42AE-98EE-D91BAB1F4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7ED8C9-EBD1-4F44-BE6F-D2001F511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D03F4D-9C4A-415D-86F0-7A67FE284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F230FF-5C28-49AA-B99E-99F14080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127094-3C26-4D50-9F54-91B52EE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33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17D9A-119B-41B4-AFB4-2943519E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312F74-948C-4860-9882-A73A0FC62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EF47BF-7BFE-4DA2-B032-4EC955F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613968-9E71-497C-8B2D-67AF8A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808BAE-7EA5-4B4B-A4FD-324C08A4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06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5F6593-C0D5-4DB7-B135-4D1131C7B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4657C2-666C-410F-AB4D-608A50753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08AFBE-BFD7-4076-B6B2-BCD7DE60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DCE5CB-9C62-4D09-B3E7-BC655746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E1E67E-DA1F-4F08-9B07-2CA5DBE3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356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5AF26A-C726-40A3-84F7-5BEB1AC95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73DC20-87A3-4373-9888-D4202B95A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66A753-6DFB-4B4C-8325-BB4B9F190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0D6E-05E1-4625-A556-38CCEA7CB4D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809ACB-4A77-4229-9CA4-FB7DCA826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A3D77-FE50-4402-A88D-035B70502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A557E-EB36-4C99-B99B-A8F2E8EDEE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008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F74A56-BDE3-408E-AA43-681CF6C55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5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4364A0-ECEC-4387-A389-CB69DCDA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6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46A56D-8501-4727-A66A-887CFDC7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344663-F32C-4C2A-B97C-7CEE7556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7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869A22-E1FB-4A05-9025-8E74DDEEF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2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81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229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1688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Noe Ali Ramos Saldivar</dc:creator>
  <cp:lastModifiedBy>Noe Ali Ramos Saldivar</cp:lastModifiedBy>
  <cp:revision>4</cp:revision>
  <dcterms:created xsi:type="dcterms:W3CDTF">2026-09-09T20:11:05Z</dcterms:created>
  <dcterms:modified xsi:type="dcterms:W3CDTF">2026-09-09T20:24:00Z</dcterms:modified>
</cp:coreProperties>
</file>